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PowerPoint quartzneedle 中文合同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FileM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